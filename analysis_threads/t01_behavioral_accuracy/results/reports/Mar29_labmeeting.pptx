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Vocabulary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2-2. PC by Word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2-2-1. Mean PC by Word</a:t>
            </a:r>
          </a:p>
        </p:txBody>
      </p:sp>
      <p:pic>
        <p:nvPicPr>
          <p:cNvPr descr="../figures/main/p2-2-1_pc-word-me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625600"/>
            <a:ext cx="39497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2-2-2. SD of PC by Word</a:t>
            </a:r>
          </a:p>
        </p:txBody>
      </p:sp>
      <p:pic>
        <p:nvPicPr>
          <p:cNvPr descr="../figures/main/p2-2-2_pc-word-s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86300" y="1625600"/>
            <a:ext cx="39497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Word-level LM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3-1. Intercept</a:t>
            </a:r>
          </a:p>
        </p:txBody>
      </p:sp>
      <p:pic>
        <p:nvPicPr>
          <p:cNvPr descr="../figures/main/p3-1_intercept-word-l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625600"/>
            <a:ext cx="39497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3-2. Slope</a:t>
            </a:r>
          </a:p>
        </p:txBody>
      </p:sp>
      <p:pic>
        <p:nvPicPr>
          <p:cNvPr descr="../figures/main/p3-2_slope-word-lm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86300" y="1625600"/>
            <a:ext cx="39497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Vocabulary Data</dc:title>
  <dc:creator/>
  <cp:keywords/>
  <dcterms:created xsi:type="dcterms:W3CDTF">2026-03-30T21:49:24Z</dcterms:created>
  <dcterms:modified xsi:type="dcterms:W3CDTF">2026-03-30T21:49:24Z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